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Myanmar Earthquake - March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7.7-magnitude earthquake struck near Mandalay, Myanmar.</a:t>
            </a:r>
          </a:p>
          <a:p>
            <a:r>
              <a:t>• Over 1,700 people have died, with more than 3,400 injured.</a:t>
            </a:r>
          </a:p>
          <a:p>
            <a:r>
              <a:t>• The earthquake caused widespread destruction to buildings and infrastructure.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Damage and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Buildings, bridges, and roads have collapsed.</a:t>
            </a:r>
          </a:p>
          <a:p>
            <a:r>
              <a:t>• Many people remain trapped under rubble.</a:t>
            </a:r>
          </a:p>
          <a:p>
            <a:r>
              <a:t>• Thousands have been displaced from their homes.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Rescue and Relief Efforts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Rescue operations are ongoing.</a:t>
            </a:r>
          </a:p>
          <a:p>
            <a:r>
              <a:t>• International aid teams from China, Russia, and the United States are assisting.</a:t>
            </a:r>
          </a:p>
          <a:p>
            <a:r>
              <a:t>• Emergency supplies, medical aid, and shelter are being provided.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109</Words>
  <Application>Microsoft Office PowerPoint</Application>
  <PresentationFormat>On-screen Show (4:3)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Myanmar Earthquake - March 2025</vt:lpstr>
      <vt:lpstr>Overview</vt:lpstr>
      <vt:lpstr>Damage and Impact</vt:lpstr>
      <vt:lpstr>Rescue and Relief Efforts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Jones D</cp:lastModifiedBy>
  <cp:revision>2</cp:revision>
  <dcterms:created xsi:type="dcterms:W3CDTF">2013-01-27T09:14:16Z</dcterms:created>
  <dcterms:modified xsi:type="dcterms:W3CDTF">2025-03-31T05:22:55Z</dcterms:modified>
  <cp:category/>
</cp:coreProperties>
</file>