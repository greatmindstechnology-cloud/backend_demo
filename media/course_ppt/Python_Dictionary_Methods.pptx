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Dictionary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Includes descriptions and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Returns the value for a key if it exists, else returns a default value.</a:t>
            </a:r>
          </a:p>
          <a:p/>
          <a:p>
            <a:r>
              <a:t>Example:</a:t>
            </a:r>
          </a:p>
          <a:p>
            <a:r>
              <a:t>my_dict = {"name": "Alice", "age": 25}</a:t>
            </a:r>
          </a:p>
          <a:p>
            <a:r>
              <a:t>print(my_dict.get("name"))  # Alice</a:t>
            </a:r>
          </a:p>
          <a:p>
            <a:r>
              <a:t>print(my_dict.get("email", "Not found"))  # Not found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keys(), values(), items()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keys() returns all keys, values() returns all values, items() returns key-value pairs.</a:t>
            </a:r>
          </a:p>
          <a:p/>
          <a:p>
            <a:r>
              <a:t>Example:</a:t>
            </a:r>
          </a:p>
          <a:p>
            <a:r>
              <a:t>my_dict = {"name": "Alice", "age": 25}</a:t>
            </a:r>
          </a:p>
          <a:p>
            <a:r>
              <a:t>print(my_dict.keys())    # dict_keys(['name', 'age'])</a:t>
            </a:r>
          </a:p>
          <a:p>
            <a:r>
              <a:t>print(my_dict.values())  # dict_values(['Alice', 25])</a:t>
            </a:r>
          </a:p>
          <a:p>
            <a:r>
              <a:t>print(my_dict.items())   # dict_items([('name', 'Alice'), ('age', 25)])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Updates the dictionary with elements from another dictionary.</a:t>
            </a:r>
          </a:p>
          <a:p/>
          <a:p>
            <a:r>
              <a:t>Example:</a:t>
            </a:r>
          </a:p>
          <a:p>
            <a:r>
              <a:t>my_dict = {"name": "Alice"}</a:t>
            </a:r>
          </a:p>
          <a:p>
            <a:r>
              <a:t>my_dict.update({"age": 25, "email": "alice@example.com"})</a:t>
            </a:r>
          </a:p>
          <a:p>
            <a:r>
              <a:t>print(my_dict)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Removes the item with the specified key and returns its value.</a:t>
            </a:r>
          </a:p>
          <a:p/>
          <a:p>
            <a:r>
              <a:t>Example:</a:t>
            </a:r>
          </a:p>
          <a:p>
            <a:r>
              <a:t>my_dict = {"name": "Alice", "age": 25}</a:t>
            </a:r>
          </a:p>
          <a:p>
            <a:r>
              <a:t>my_dict.pop("age")</a:t>
            </a:r>
          </a:p>
          <a:p>
            <a:r>
              <a:t>print(my_dict)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popitem()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Removes and returns the last inserted key-value pair.</a:t>
            </a:r>
          </a:p>
          <a:p/>
          <a:p>
            <a:r>
              <a:t>Example:</a:t>
            </a:r>
          </a:p>
          <a:p>
            <a:r>
              <a:t>my_dict = {"name": "Alice", "age": 25}</a:t>
            </a:r>
          </a:p>
          <a:p>
            <a:r>
              <a:t>my_dict.popitem()</a:t>
            </a:r>
          </a:p>
          <a:p>
            <a:r>
              <a:t>print(my_dict)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Removes all items from the dictionary.</a:t>
            </a:r>
          </a:p>
          <a:p/>
          <a:p>
            <a:r>
              <a:t>Example:</a:t>
            </a:r>
          </a:p>
          <a:p>
            <a:r>
              <a:t>my_dict = {"name": "Alice", "age": 25}</a:t>
            </a:r>
          </a:p>
          <a:p>
            <a:r>
              <a:t>my_dict.clear()</a:t>
            </a:r>
          </a:p>
          <a:p>
            <a:r>
              <a:t>print(my_dict)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Returns a shallow copy of the dictionary.</a:t>
            </a:r>
          </a:p>
          <a:p/>
          <a:p>
            <a:r>
              <a:t>Example:</a:t>
            </a:r>
          </a:p>
          <a:p>
            <a:r>
              <a:t>my_dict = {"name": "Alice", "age": 25}</a:t>
            </a:r>
          </a:p>
          <a:p>
            <a:r>
              <a:t>new_dict = my_dict.copy()</a:t>
            </a:r>
          </a:p>
          <a:p>
            <a:r>
              <a:t>print(new_dict)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setdefault()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Returns the value of a key. If key is not present, inserts it with a default value.</a:t>
            </a:r>
          </a:p>
          <a:p/>
          <a:p>
            <a:r>
              <a:t>Example:</a:t>
            </a:r>
          </a:p>
          <a:p>
            <a:r>
              <a:t>my_dict = {"name": "Alice"}</a:t>
            </a:r>
          </a:p>
          <a:p>
            <a:r>
              <a:t>my_dict.setdefault("age", 25)</a:t>
            </a:r>
          </a:p>
          <a:p>
            <a:r>
              <a:t>print(my_dict)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fromkeys()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a new dictionary with keys from a list and a common value.</a:t>
            </a:r>
          </a:p>
          <a:p/>
          <a:p>
            <a:r>
              <a:t>Example:</a:t>
            </a:r>
          </a:p>
          <a:p>
            <a:r>
              <a:t>keys = ['a', 'b', 'c']</a:t>
            </a:r>
          </a:p>
          <a:p>
            <a:r>
              <a:t>new_dict = dict.fromkeys(keys, 0)</a:t>
            </a:r>
          </a:p>
          <a:p>
            <a:r>
              <a:t>print(new_dict)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